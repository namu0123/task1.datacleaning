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Dashboard Design for Business Stakeholders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Task 4 – Dashboard Design</a:t>
            </a:r>
          </a:p>
          <a:p>
            <a:r>
              <a:t>Tool Used: Power BI</a:t>
            </a:r>
          </a:p>
          <a:p>
            <a:r>
              <a:t>Prepared by: Your Name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Objective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Design an interactive dashboard</a:t>
            </a:r>
          </a:p>
          <a:p>
            <a:r>
              <a:t>• Help business stakeholders analyze data</a:t>
            </a:r>
          </a:p>
          <a:p>
            <a:r>
              <a:t>• Enable faster and better decision-making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Dataset Details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Dataset: Superstore Sales Dataset</a:t>
            </a:r>
          </a:p>
          <a:p>
            <a:r>
              <a:t>• Domain: Retail Business</a:t>
            </a:r>
          </a:p>
          <a:p>
            <a:r>
              <a:t>• Key Columns Used:</a:t>
            </a:r>
          </a:p>
          <a:p>
            <a:r>
              <a:t>  - Sales</a:t>
            </a:r>
          </a:p>
          <a:p>
            <a:r>
              <a:t>  - Profit</a:t>
            </a:r>
          </a:p>
          <a:p>
            <a:r>
              <a:t>  - Region</a:t>
            </a:r>
          </a:p>
          <a:p>
            <a:r>
              <a:t>  - Category</a:t>
            </a:r>
          </a:p>
          <a:p>
            <a:r>
              <a:t>  - Order Date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Dashboard Overview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Overall sales and profit summary</a:t>
            </a:r>
          </a:p>
          <a:p>
            <a:r>
              <a:t>• Region-wise sales analysis</a:t>
            </a:r>
          </a:p>
          <a:p>
            <a:r>
              <a:t>• Category-wise profit analysis</a:t>
            </a:r>
          </a:p>
          <a:p>
            <a:r>
              <a:t>• Monthly sales trends</a:t>
            </a:r>
          </a:p>
          <a:p/>
          <a:p>
            <a:r>
              <a:t>📌 Insert Dashboard Screenshot Here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Key Business Insights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West region generates the highest sales</a:t>
            </a:r>
          </a:p>
          <a:p>
            <a:r>
              <a:t>• Technology category is the most profitable</a:t>
            </a:r>
          </a:p>
          <a:p>
            <a:r>
              <a:t>• Sales show an upward trend towards year end</a:t>
            </a:r>
          </a:p>
          <a:p>
            <a:r>
              <a:t>• Top 5 products contribute major revenue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Interactivity Features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Slicers used:</a:t>
            </a:r>
          </a:p>
          <a:p>
            <a:r>
              <a:t>  - Region</a:t>
            </a:r>
          </a:p>
          <a:p>
            <a:r>
              <a:t>  - Category</a:t>
            </a:r>
          </a:p>
          <a:p>
            <a:r>
              <a:t>  - Year</a:t>
            </a:r>
          </a:p>
          <a:p/>
          <a:p>
            <a:r>
              <a:t>• Users can filter data dynamically</a:t>
            </a:r>
          </a:p>
          <a:p>
            <a:r>
              <a:t>• Dashboard updates instantly based on selections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Conclusion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Dashboard is interactive and user-friendly</a:t>
            </a:r>
          </a:p>
          <a:p>
            <a:r>
              <a:t>• Provides clear business insights</a:t>
            </a:r>
          </a:p>
          <a:p>
            <a:r>
              <a:t>• Supports management-level decision-making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